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CỔNG GAME TRÍ TUỆ ĐỐI KHÁNG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GODDY GAMING HUB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Nền tảng chơi game trí tuệ đa thể thức, đấu AI thông minh &amp; thách đấu 1v1 trực tuyến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3272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E5FF"/>
                </a:solidFill>
              </a:defRPr>
            </a:pPr>
            <a:r>
              <a:t>THÔNG TIN ĐỒ ÁN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Sinh viên thực hiện: Huỳnh Nguyễn Vĩnh Phúc   |   MSSV: 2380614923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Công nghệ: Flutter SDK (Dart) + ASP.NET Core Web API (.NET 9) + Conveyor by Keyoti (Free)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• Sản phẩm: Bản cài APK Release AOT (~52.4MB)   |   GitHub: phuchh9999-sketch/DACC_LTDD_GODDY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ĐỒ ÁN CUỐI KỲ: LẬP TRÌNH THIẾT BỊ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Lý Do Chọn Đề Tài &amp; Tính Đột Phá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EF4444"/>
                </a:solidFill>
              </a:defRPr>
            </a:pPr>
            <a:r>
              <a:t>HẠN CHẾ CÁC GAME HIỆN CÓ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Các tựa game giải đố rời rạc, mỗi game bắt đăng ký một tài khoản riêng biệt.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Rubik trên di động chỉ là ảnh 2D hoặc thao tác vuốt khó kiểm soát, thiếu giả lập 3D.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Cờ Caro người đi trước luôn chiếm ưu thế thắng đến 90%, thiếu tính chiến thuật.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Sudoku chỉ báo đúng/sai mà không hỗ trợ người chơi suy luận bản chất ô số.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• Slide Puzzle chỉ bấm nút ảo thông thường, chưa khai thác cảm biến phần cứng di động.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GIẢI PHÁP ĐỘT PHÁ CỦA GODDY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Cổng game Tất-cả-trong-một (All-in-One): Dùng chung 1 tài khoản SSO duy nhất.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Rubik 3D chuẩn WCA: Base 6 màu -&gt; Xáo trộn -&gt; Tính giờ -&gt; Bảng nút xoay thực tế.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Quantum Caro: Tích hợp Thẻ Kỹ Năng Lượng Tử đảo ngược thế cờ &amp; AI Minimax 3 cấp độ.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Sudoku Hologram: Quang phổ xung đột màu Neon thời gian thực + AI giải thích Naked Single.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Gyro Slide Puzzle: Tận dụng cảm biến gia tốc (sensors_plus) nghiêng máy trượt gạch.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Đấu Đối Kháng 1v1: Cơ chế Ready Check chuẩn xác, điểm bắt đầu bằng 0, chung đề bài.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ĐỒ ÁN CUỐI KỲ: LẬP TRÌNH THIẾT BỊ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Kiến Trúc Kỹ Thuật &amp; Công Nghệ Triển Khai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0E5FF"/>
                </a:solidFill>
              </a:defRPr>
            </a:pPr>
            <a:r>
              <a:t>1. MOBILE FRONTEND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Flutter SDK 3.x (Dart)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Cyberpunk Futuristic Dark Theme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Hiệu năng AOT Release 60 FPS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Quản lý trạng thái: Provider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Cảm biến phần cứng: sensors_plus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Bộ nhớ cục bộ: SharedPreferences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Dung lượng APK Release chỉ ~52.4MB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59E0B"/>
                </a:solidFill>
              </a:defRPr>
            </a:pPr>
            <a:r>
              <a:t>2. NETWORK &amp; TUNNEL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RESTful JSON Web API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Conveyor by Keyoti (Free Extension)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Cấp URL Cloud miễn phí: conveyor.cloud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Hỗ trợ kết nối qua 4G &amp; Khác Wi-Fi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Hộp thoại cấu hình Host ngay trên App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Tương thích Dev Tunnels &amp; Ngrok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Cơ chế Fallback Host tự động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3. BACKEND &amp; DATABASE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ASP.NET Core Web API (.NET 9)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Solution: Goddy_Game_WebAPI.sln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Entity Framework Core In-Memory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Xác thực bảo mật JWT Token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Các Controller: Auth, Leaderboard, Challenge, Chat, Progress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Tài liệu API Swagger UI trực quan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ĐỒ ÁN CUỐI KỲ: LẬP TRÌNH THIẾT BỊ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Bộ 4 Game Trí Tuệ Thế Hệ Mới (Phần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E5FF"/>
                </a:solidFill>
              </a:defRPr>
            </a:pPr>
            <a:r>
              <a:t>GAME 1: RUBIK 3D AI SPEEDCUBE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Khối Rubik 3x3 3D tương tác không gian 360 độ chân thực.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Trạng thái khởi tạo (Base State): Thuần 1 màu ở cả 6 mặt (Trắng, Vàng, Xanh lá, Xanh dương, Đỏ, Cam).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Quy trình WCA: Bấm '1. XÁO TRỘN' -&gt; Bấm '2. BẮT ĐẦU TÍNH GIỜ' (bấm giờ miligiây &amp; đếm số lượt xoay).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Bảng điều khiển trực quan ngoài đời: Ngang trên/dưới (Trái/Phải), Dọc trái/phải (Lên/Xuống), Mặt trước (Thuận/Nghịch).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Tự động phát hiện chiến thắng: Tự nhận diện khi 6 mặt đồng nhất màu và lưu kỷ lục thời gian.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Nút 'Bắt Đầu Lại': Sẵn sàng mọi lúc trong hoặc sau khi chơi.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59E0B"/>
                </a:solidFill>
              </a:defRPr>
            </a:pPr>
            <a:r>
              <a:t>GAME 2: QUANTUM CARO (ĐẤU AI)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Bàn cờ ma trận 12x12 thi đấu với máy tính thông minh.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Trí tuệ nhân tạo Minimax Alpha-Beta Heuristic 3 cấp độ: Tập sự, Chiến thuật, Đại kiện tướng AI.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Khắc phục 100% nhược điểm người đi trước quá lợi thế nhờ 2 Thẻ Kỹ Năng Lượng Tử: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+ Quantum Swap: Hoán đổi vị trí 1 quân cờ của mình với quân đối thủ ở cự ly gần.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+ EMP Freeze: Đóng băng 1 ô trong 2 lượt không cho đối phương đặt cờ vào thế hiểm.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Turn Timer 15s: Đếm ngược mỗi lượt đi, tăng tính kịch tính.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ĐỒ ÁN CUỐI KỲ: LẬP TRÌNH THIẾT BỊ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Bộ 4 Game Trí Tuệ Thế Hệ Mới (Phần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GAME 3: SUDOKU HOLOGRAM SPECTRUM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Ma trận 9x9 với 4 cấp độ: Dễ, Vừa, Khó, Ác Mộng (Nightmare).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Quang phổ xung đột Hologram: Chạm vào ô nào, toàn bộ hàng, cột, khối 3x3 và số trùng phát sáng Neon; báo đỏ tức thì khi có lỗi.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AI Logic Deduction Hint: Giải thích chi tiết VÌ SAO ô đó phải điền số đó theo kỹ thuật loại trừ duy nhất (Naked Single).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Hệ thống 3 Mạng (Lives) &amp; Chuỗi Combo nhân điểm liên tiếp.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B82F6"/>
                </a:solidFill>
              </a:defRPr>
            </a:pPr>
            <a:r>
              <a:t>GAME 4: GYRO TILT SLIDE PUZZLE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Xếp hình trượt số 3x3 (1-8) vận dụng cảm biến phần cứng.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Vật lý cảm biến gia tốc di động (sensors_plus): Người chơi có thể NGHIÊNG ĐIỆN THOẠI 4 HƯỚNG để gạch tự trôi theo trọng lực quán tính thực tế.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Hỗ trợ song song D-Pad điều hướng ảo để chơi trên máy tính / BlueStacks.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Thuật toán giải tối ưu A* (A-Star Manhattan): Tính khoảng cách ngắn nhất đưa bàn cờ về trạng thái đích.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ĐỒ ÁN CUỐI KỲ: LẬP TRÌNH THIẾT BỊ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Thách Đấu 1v1 &amp; Cơ Chế Ready Check Công Bằng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417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E5FF"/>
                </a:solidFill>
              </a:defRPr>
            </a:pPr>
            <a:r>
              <a:t>BƯỚC 1: TẠO PHÒNG &amp; MỜI ĐỐI THỦ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Chủ phòng chọn Game &amp; Chế độ Thách đấu 1v1.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Hệ thống cấp mã PIN 4 chữ số ngẫu nhiên.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Có thể nhấn nút 'Mời Bạn Bè' từ danh sách bạn bè trực tuyến.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17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BƯỚC 2: KIỂM TRA SẴN SÀNG (READY CHECK)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QUY TẮC CÔNG BẰNG: Cả 2 người chơi (Host &amp; Guest) phải CÙNG BẤM 'SẴN SÀNG'.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Nếu 1 trong 2 người chưa bấm -&gt; Nút bắt đầu bị khóa, trận đấu chưa thể diễn 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417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BƯỚC 3: BẮT ĐẦU CHUẨN 0 ĐIỂM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Khi cả 2 đã sẵn sàng và bấm Bắt đầu: Điểm số cả 2 bắt buộc xuất phát từ 0 điểm.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Cả 2 cùng nhận chung 1 hạt giống đề bài (Seed).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Ai giải xong trong ít giây hơn sẽ chiến thắng.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ĐỒ ÁN CUỐI KỲ: LẬP TRÌNH THIẾT BỊ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Bảng Xếp Hạng, Hệ Thống Rank &amp; Cộng Đồng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59E0B"/>
                </a:solidFill>
              </a:defRPr>
            </a:pPr>
            <a:r>
              <a:t>BẢNG XẾP HẠNG &amp; PODIUM TOP 3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Bục vinh danh Podium Top 3 (Vàng, Bạc, Đồng) với Avatar Cyberpunk phát sáng.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5 Tab phân loại chuyên sâu: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1. Bảng Tổng Hợp EXP toàn hệ thống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2. Rubik 3D Speedrun (thời gian ít giây nhất)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3. Quantum Caro Master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4. Sudoku Genius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5. Gyro Tilt Puzzle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Công thức tính điểm Rank chuẩn: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Score = max(0, [Base - (Time x 2) - (Lỗi x 60)] x Độ khó)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Tự động đồng bộ lên Backend WebAPI.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E5FF"/>
                </a:solidFill>
              </a:defRPr>
            </a:pPr>
            <a:r>
              <a:t>CẤP BẬC RANK &amp; SẢNH CHAT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Hệ thống 7 cấp bậc Rank Game Thủ: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Đồng -&gt; Bạc -&gt; Vàng -&gt; Bạch Kim -&gt; Kim Cương -&gt; Cao Thủ -&gt; Huyền Thoại Goddy.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Hồ sơ người chơi (Profile): Tỷ lệ thắng, số trận, bộ sưu tập huy hiệu thành tựu.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Sảnh Chat Thế Giới (Global Gaming Lounge): Nơi giao lưu cộng đồng và rủ rê solo.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Bộ Quick Stickers gaming gửi tin nhắn siêu nhanh: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  'Solo Caro không?', 'Quá đỉnh!', 'Cần gợi ý Rubik!', 'GG! Trận hay lắm!'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ĐỒ ÁN CUỐI KỲ: LẬP TRÌNH THIẾT BỊ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Kịch Bản Demo Trực Tiếp (Live Demo Workflow)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371600" cy="5943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BƯỚC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17320"/>
            <a:ext cx="92354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Khởi động Backend WebAPI trên Visual Studio (Chạy F5) -&gt; Cửa sổ Conveyor by Keyoti cấp link online miễn phí.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1371600" cy="5943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BƯỚC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121408"/>
            <a:ext cx="92354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Mở App Goddy trên điện thoại/máy ảo -&gt; Bấm biểu tượng DNS/Host dán link Conveyor -&gt; Bấm 'Đăng Nhập Nhanh Tân Thủ' (1-Chạm).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25496"/>
            <a:ext cx="1371600" cy="5943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BƯỚC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825496"/>
            <a:ext cx="92354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Demo Rubik 3D: Khối 6 mặt 1 màu sạch -&gt; Bấm '1. Xáo Trộn' -&gt; Bấm '2. Bắt Đầu Tính Giờ' -&gt; Xoay các nút ngang/dọc -&gt; Bấm 'Bắt Đầu Lại'.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9584"/>
            <a:ext cx="1371600" cy="5943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BƯỚC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529584"/>
            <a:ext cx="92354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Demo Caro &amp; Sudoku: Thử Thẻ Kỹ Năng Quantum Swap đổi quân cờ; Thử Sudoku chạm ô xem quang phổ màu &amp; gợi ý Naked Single.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33672"/>
            <a:ext cx="1371600" cy="5943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BƯỚC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233672"/>
            <a:ext cx="92354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Demo Gyro Tilt Puzzle: Nghiêng máy điện thoại thật để gạch trượt theo quán tính gia tốc kế -&gt; Xem gợi ý A* Manhattan.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371600" cy="5943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BƯỚC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4937760"/>
            <a:ext cx="92354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Demo Thách Đấu 1v1: Tạo phòng, mời bạn bè, chứng minh cả 2 cùng Sẵn Sàng mới bắt đầu, điểm số xuất phát chuẩn 0 điểm.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41848"/>
            <a:ext cx="1371600" cy="5943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BƯỚC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5641848"/>
            <a:ext cx="923544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Xem Bảng Xếp Hạng: Kiểm tra điểm số vừa hoàn thành được cập nhật lên Top Podium và WebAPI.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6634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0E5FF"/>
                </a:solidFill>
              </a:defRPr>
            </a:pPr>
            <a:r>
              <a:t>TỔNG KẾT ĐỒ ÁN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✓ Đạt 100% yêu cầu barem điểm môn học: Đăng nhập/Đăng ký, 4 Game trí tuệ, Tính điểm chi tiết, Bảng xếp hạng.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✓ Mã nguồn chuẩn chỉ: 'flutter analyze' đạt 0 lỗi, 'flutter test' đạt 8/8 unit tests.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✓ Bản build APK Release AOT tối ưu mượt mà (~52.4MB) chạy 60 FPS trên mọi dòng máy Android.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✓ Backend WebAPI kết nối đa mạng không giới hạn qua Conveyor by Keyoti (Free), Dev Tunnels &amp; Ngrok.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✓ Đầy đủ hồ sơ: File Đặc Tả SRS (.md &amp; .txt), Báo Cáo đồ án và GitHub Repository public.</a:t>
            </a:r>
          </a:p>
          <a:p>
            <a:br/>
            <a:pPr algn="ctr">
              <a:defRPr b="1" sz="1600">
                <a:solidFill>
                  <a:srgbClr val="10B981"/>
                </a:solidFill>
              </a:defRPr>
            </a:pPr>
            <a:r>
              <a:t>CẢM ƠN THẦY/CÔ ĐÃ LẮNG NGHE! XIN MỜI BƯỚC VÀO PHẦN DEMO TRỰC TIẾP.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